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Binary-reward RL can solve the task while silently erasing the set of solutions we may need at inference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Both terminal policies are 32/32 correct. Binary evaluation calls them equal; executed mode identity reveals that one collapsed to a single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To train against collapse, the evaluator must identify which successful execution occurred—not merely whether the answer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Equal reward does not produce equal pressure. Frequent correct modes appear in more sampled updates; absent modes receive no gradient. Replay changes that asymmetry after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Retention and discovery are distinct bottlenecks. Replay revisits known keys uniformly; verified-support Semantic-MaxEnt creates bounded pressure toward rare validator-confirmed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retention test is complete and confirmatory. The discovery test is a smaller exploratory bundled contrast. Keeping those evidential roles separate is central to the clean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clean headline. Every paired seed at every scale and domain has more raw verified outcomes under replay than under the matched control. Do not pool across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Raw breadth is uniformly higher, but not every gain is independent of correctness. Distance above the diagonal is the extra-support effect. This distinction makes the claim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a bundled exploratory extension, separate from the 74-pair core. Mean adjusted breadth is positive at both analyzed scales, driven most clearly by Pantry and Falcon Python; most domain intervals cross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The contribution is not an experiment catalogue. It is one execution key used to expose collapse, retain discovered support, and test a verified discovery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Use if asked whether ordinary GRPO, UCPO, or generic verified-success replay reproduces the effect. Complete smaller-model adjusted-breadth blocks are heterogeneous.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Full-trajectory normalized AUC confirms that Graph, Countdown, and Pantry effects are not terminal-checkpoint accidents at Qwen2.5-0.5B.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The replay bank is prompt-local and small. Capacity rarely binds. Optimizer timing is descriptive, not an inferential compute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Updated evidence: 11 complete MaxRL/replay blocks. Larger-model incomplete domains remain descriptive; there is no Qwen3B MaxRL macro-average.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Graph, Python and MathIR each have all five four-method seeds. Newly completed Python/MathIR pass@8 and distinct@8 intervals include zero. Panel B matches progress within every level-method-seed cell and remains interim.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66E"/>
                </a:solidFill>
                <a:latin typeface="DejaVu Sans"/>
              </a:rPr>
              <a:t>VERIFIED MODE SUPPORT IN RLVR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7040880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800" b="1">
                <a:solidFill>
                  <a:srgbClr val="15263D"/>
                </a:solidFill>
                <a:latin typeface="DejaVu Sans"/>
              </a:rPr>
              <a:t>When eight samples</a:t>
            </a:r>
            <a:br/>
            <a:r>
              <a:rPr sz="3800" b="1">
                <a:solidFill>
                  <a:srgbClr val="15263D"/>
                </a:solidFill>
                <a:latin typeface="DejaVu Sans"/>
              </a:rPr>
              <a:t>become eight copies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79776"/>
            <a:ext cx="667512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617083"/>
                </a:solidFill>
                <a:latin typeface="DejaVu Sans"/>
              </a:rPr>
              <a:t>Measuring—and preserving—the support hidden by binary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67912"/>
            <a:ext cx="6675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8766E"/>
                </a:solidFill>
                <a:latin typeface="DejaVu Sans"/>
              </a:rPr>
              <a:t>THESIS  </a:t>
            </a:r>
            <a:r>
              <a:rPr sz="1700" b="1">
                <a:solidFill>
                  <a:srgbClr val="15263D"/>
                </a:solidFill>
                <a:latin typeface="DejaVu Sans"/>
              </a:rPr>
              <a:t>Correctness can rise while useful proposal support collapses.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62179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6D4AE5"/>
                </a:solidFill>
                <a:latin typeface="DejaVu Sans"/>
              </a:rPr>
              <a:t>Measure  →  Retain  →  Discover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887968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9546336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0204704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4704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8887968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9546336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7</a:t>
            </a:r>
          </a:p>
        </p:txBody>
      </p:sp>
      <p:sp>
        <p:nvSpPr>
          <p:cNvPr id="22" name="Oval 21"/>
          <p:cNvSpPr/>
          <p:nvPr/>
        </p:nvSpPr>
        <p:spPr>
          <a:xfrm>
            <a:off x="10204704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04704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1536192"/>
            <a:ext cx="1188720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1536192"/>
            <a:ext cx="530352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646920" y="1536192"/>
            <a:ext cx="128016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646920" y="1536192"/>
            <a:ext cx="786384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58200" y="2249424"/>
            <a:ext cx="1188720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16568" y="2249424"/>
            <a:ext cx="530352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646920" y="2249424"/>
            <a:ext cx="128016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646920" y="2249424"/>
            <a:ext cx="786384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924544" y="3429000"/>
            <a:ext cx="1417320" cy="1417320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3438144"/>
            <a:ext cx="1417320" cy="1399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5" b="1">
                <a:solidFill>
                  <a:srgbClr val="FFFFFF"/>
                </a:solidFill>
                <a:latin typeface="DejaVu Sans"/>
              </a:rPr>
              <a:t>1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724912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17083"/>
                </a:solidFill>
                <a:latin typeface="DejaVu Sans"/>
              </a:rPr>
              <a:t>8 nominal attempts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144768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17083"/>
                </a:solidFill>
                <a:latin typeface="DejaVu Sans"/>
              </a:rPr>
              <a:t>Anonymous Authors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Accuracy can look perfect while support disappears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A mechanically selected Qwen2.5-3B Graph Coloring pair: both arms remain 32 / 32 correct.</a:t>
            </a:r>
          </a:p>
        </p:txBody>
      </p:sp>
      <p:pic>
        <p:nvPicPr>
          <p:cNvPr id="7" name="Picture 6" descr="paper_modecollapse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83871"/>
            <a:ext cx="11201400" cy="4007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" y="5650992"/>
            <a:ext cx="10972800" cy="667512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815584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DejaVu Sans"/>
              </a:rPr>
              <a:t>Matched Dr.GRPO: </a:t>
            </a:r>
            <a:r>
              <a:rPr sz="1700" b="1">
                <a:solidFill>
                  <a:srgbClr val="F5D2CE"/>
                </a:solidFill>
                <a:latin typeface="DejaVu Sans"/>
              </a:rPr>
              <a:t>4 → 1 observed modes</a:t>
            </a:r>
            <a:r>
              <a:rPr sz="1700" b="1">
                <a:solidFill>
                  <a:srgbClr val="FFFFFF"/>
                </a:solidFill>
                <a:latin typeface="DejaVu Sans"/>
              </a:rPr>
              <a:t>     ReplayDr.GRPO: </a:t>
            </a:r>
            <a:r>
              <a:rPr sz="1700" b="1">
                <a:solidFill>
                  <a:srgbClr val="BFE7E2"/>
                </a:solidFill>
                <a:latin typeface="DejaVu Sans"/>
              </a:rPr>
              <a:t>4 → 5 observed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paper Figure 1 · fixed-seed illustration; registered paired estimates follow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Binary correctness hides answer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ModeBench uses the accepting execution to return a canonical outcome key.</a:t>
            </a:r>
          </a:p>
        </p:txBody>
      </p:sp>
      <p:pic>
        <p:nvPicPr>
          <p:cNvPr id="7" name="Picture 6" descr="paper_modebench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47287"/>
            <a:ext cx="9006840" cy="43223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19488" y="1417320"/>
            <a:ext cx="2121408" cy="452628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38944" y="1700784"/>
            <a:ext cx="16916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DejaVu Sans"/>
              </a:rPr>
              <a:t>Two metrics,</a:t>
            </a:r>
            <a:br/>
            <a:r>
              <a:rPr sz="1800" b="1">
                <a:solidFill>
                  <a:srgbClr val="FFFFFF"/>
                </a:solidFill>
                <a:latin typeface="DejaVu Sans"/>
              </a:rPr>
              <a:t>two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8088" y="2615184"/>
            <a:ext cx="16642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E7E2"/>
                </a:solidFill>
                <a:latin typeface="DejaVu Sans"/>
              </a:rPr>
              <a:t>pass@8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088" y="2999232"/>
            <a:ext cx="1664208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Did any sample</a:t>
            </a:r>
            <a:br/>
            <a:r>
              <a:rPr sz="1300" b="0">
                <a:solidFill>
                  <a:srgbClr val="FFFFFF"/>
                </a:solidFill>
                <a:latin typeface="DejaVu Sans"/>
              </a:rPr>
              <a:t>succeed?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3867912"/>
            <a:ext cx="184708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DDD4FA"/>
                </a:solidFill>
                <a:latin typeface="DejaVu Sans"/>
              </a:rPr>
              <a:t>distinct@8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4936" y="4251960"/>
            <a:ext cx="18105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How many different</a:t>
            </a:r>
            <a:br/>
            <a:r>
              <a:rPr sz="1300" b="0">
                <a:solidFill>
                  <a:srgbClr val="FFFFFF"/>
                </a:solidFill>
                <a:latin typeface="DejaVu Sans"/>
              </a:rPr>
              <a:t>verified outcomes?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5184648"/>
            <a:ext cx="16916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5D2CE"/>
                </a:solidFill>
                <a:latin typeface="DejaVu Sans"/>
              </a:rPr>
              <a:t>Token entropy cannot answer the second question.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paper Figure 2 · execution-defined keys; no text clustering or gold mode catalogue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Why GRPO concentrates correct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Equal binary reward does not imply equal learning pressure across correct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89888"/>
            <a:ext cx="5440680" cy="4434840"/>
          </a:xfrm>
          <a:prstGeom prst="roundRect">
            <a:avLst/>
          </a:prstGeom>
          <a:solidFill>
            <a:srgbClr val="F5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73352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25B55"/>
                </a:solidFill>
                <a:latin typeface="DejaVu Sans"/>
              </a:rPr>
              <a:t>ON-POLICY BINARY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8424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5263D"/>
                </a:solidFill>
                <a:latin typeface="DejaVu Sans"/>
              </a:rPr>
              <a:t>Sampled winners get reinforced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98064"/>
            <a:ext cx="658368" cy="658368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2798064"/>
            <a:ext cx="658368" cy="65836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2798064"/>
            <a:ext cx="658368" cy="658368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35024" y="3529584"/>
            <a:ext cx="1024128" cy="786384"/>
          </a:xfrm>
          <a:prstGeom prst="line">
            <a:avLst/>
          </a:prstGeom>
          <a:ln w="25400">
            <a:solidFill>
              <a:srgbClr val="E25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33472" y="3529584"/>
            <a:ext cx="118872" cy="786384"/>
          </a:xfrm>
          <a:prstGeom prst="line">
            <a:avLst/>
          </a:prstGeom>
          <a:ln w="17780">
            <a:solidFill>
              <a:srgbClr val="DCE2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907792" y="3529584"/>
            <a:ext cx="1261871" cy="786384"/>
          </a:xfrm>
          <a:prstGeom prst="line">
            <a:avLst/>
          </a:prstGeom>
          <a:ln w="17780">
            <a:solidFill>
              <a:srgbClr val="DCE2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993392" y="4233672"/>
            <a:ext cx="1280160" cy="1280160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4242816"/>
            <a:ext cx="1280160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6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82896"/>
            <a:ext cx="46634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25B55"/>
                </a:solidFill>
                <a:latin typeface="DejaVu Sans"/>
              </a:rPr>
              <a:t>A correct mode absent from the sampled group receives no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389888"/>
            <a:ext cx="5440680" cy="4434840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673352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8766E"/>
                </a:solidFill>
                <a:latin typeface="DejaVu Sans"/>
              </a:rPr>
              <a:t>RECURRENT VERIFIED REPLAY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8424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5263D"/>
                </a:solidFill>
                <a:latin typeface="DejaVu Sans"/>
              </a:rPr>
              <a:t>Every banked mode keeps a gradient</a:t>
            </a:r>
          </a:p>
        </p:txBody>
      </p:sp>
      <p:sp>
        <p:nvSpPr>
          <p:cNvPr id="25" name="Oval 24"/>
          <p:cNvSpPr/>
          <p:nvPr/>
        </p:nvSpPr>
        <p:spPr>
          <a:xfrm>
            <a:off x="6748272" y="2798064"/>
            <a:ext cx="658368" cy="658368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77456" y="3529584"/>
            <a:ext cx="566927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269480" y="4261104"/>
            <a:ext cx="713232" cy="71323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165592" y="2798064"/>
            <a:ext cx="658368" cy="65836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394192" y="3529584"/>
            <a:ext cx="100584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19288" y="4261104"/>
            <a:ext cx="713232" cy="71323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9582912" y="2798064"/>
            <a:ext cx="658368" cy="658368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144000" y="3529584"/>
            <a:ext cx="768096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769096" y="4261104"/>
            <a:ext cx="713232" cy="713232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828032"/>
            <a:ext cx="480060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8766E"/>
                </a:solidFill>
                <a:latin typeface="DejaVu Sans"/>
              </a:rPr>
              <a:t>Post-discovery guarantee: recurrent positive replay prevents banked-mode extinction.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Theory boundary: fixed-bank categorical assumptions; protects discovered, verified, retained modes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One execution key repairs two different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Retain what the policy has found; add verified pressure toward what it still misses.</a:t>
            </a:r>
          </a:p>
        </p:txBody>
      </p:sp>
      <p:pic>
        <p:nvPicPr>
          <p:cNvPr id="7" name="Picture 6" descr="paper_verified_replay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13" y="1335024"/>
            <a:ext cx="10585268" cy="44256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" y="5833872"/>
            <a:ext cx="10972800" cy="438912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934456"/>
            <a:ext cx="10515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BFE7E2"/>
                </a:solidFill>
                <a:latin typeface="DejaVu Sans"/>
              </a:rPr>
              <a:t>RETENTION  </a:t>
            </a:r>
            <a:r>
              <a:rPr sz="1350" b="0">
                <a:solidFill>
                  <a:srgbClr val="FFFFFF"/>
                </a:solidFill>
                <a:latin typeface="DejaVu Sans"/>
              </a:rPr>
              <a:t>one exemplar per key + uniform replay</a:t>
            </a:r>
            <a:r>
              <a:rPr sz="1350" b="1">
                <a:solidFill>
                  <a:srgbClr val="DDD4FA"/>
                </a:solidFill>
                <a:latin typeface="DejaVu Sans"/>
              </a:rPr>
              <a:t>     DISCOVERY  </a:t>
            </a:r>
            <a:r>
              <a:rPr sz="1350" b="0">
                <a:solidFill>
                  <a:srgbClr val="FFFFFF"/>
                </a:solidFill>
                <a:latin typeface="DejaVu Sans"/>
              </a:rPr>
              <a:t>verified proposals + bounded rarity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Both paths use validator-confirmed keys · no unseen-mode oracle or gold support catalogue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Two questions, two matched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The deck keeps the confirmatory retention result separate from the exploratory discovery extension.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99032"/>
            <a:ext cx="11137392" cy="1993392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55064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8766E"/>
                </a:solidFill>
                <a:latin typeface="DejaVu Sans"/>
              </a:rPr>
              <a:t>RETENTION · CONFIRMATORY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93392"/>
            <a:ext cx="4846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63D"/>
                </a:solidFill>
                <a:latin typeface="DejaVu Sans"/>
              </a:rPr>
              <a:t>Does uniform mode replay preserve what was found?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51176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766E"/>
                </a:solidFill>
                <a:latin typeface="DejaVu Sans"/>
              </a:rPr>
              <a:t>ReplayDr.GRPO  −  matched Dr.GRPO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773936"/>
            <a:ext cx="3886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3 models  ×  5 domains  ×  5 registered 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72" y="1572768"/>
            <a:ext cx="14173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08766E"/>
                </a:solidFill>
                <a:latin typeface="DejaVu Sans"/>
              </a:rP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286000"/>
            <a:ext cx="15727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5263D"/>
                </a:solidFill>
                <a:latin typeface="DejaVu Sans"/>
              </a:rPr>
              <a:t>admissible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487168"/>
            <a:ext cx="3794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14 complete blocks; Falcon Countdown n=4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621024"/>
            <a:ext cx="11137392" cy="2011680"/>
          </a:xfrm>
          <a:prstGeom prst="roundRect">
            <a:avLst/>
          </a:prstGeom>
          <a:solidFill>
            <a:srgbClr val="DD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77056"/>
            <a:ext cx="29260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D4AE5"/>
                </a:solidFill>
                <a:latin typeface="DejaVu Sans"/>
              </a:rPr>
              <a:t>DISCOVERY · EXPLORATORY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15384"/>
            <a:ext cx="4846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63D"/>
                </a:solidFill>
                <a:latin typeface="DejaVu Sans"/>
              </a:rPr>
              <a:t>Can verified discovery add support beyond replay?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4AE5"/>
                </a:solidFill>
                <a:latin typeface="DejaVu Sans"/>
              </a:rPr>
              <a:t>Semantic-MaxEnt + replay  −  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3968496"/>
            <a:ext cx="3886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2 scales  ×  5 domains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3767328"/>
            <a:ext cx="14173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6D4AE5"/>
                </a:solidFill>
                <a:latin typeface="DejaVu Sans"/>
              </a:rPr>
              <a:t>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448056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5263D"/>
                </a:solidFill>
                <a:latin typeface="DejaVu Sans"/>
              </a:rPr>
              <a:t>matched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700016"/>
            <a:ext cx="384048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617083"/>
                </a:solidFill>
                <a:latin typeface="DejaVu Sans"/>
              </a:rPr>
              <a:t>15 / 15 invariant-valid · 11 / 15 complete the full mechanism 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" y="5925312"/>
            <a:ext cx="1029614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6007608"/>
            <a:ext cx="99120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17083"/>
                </a:solidFill>
                <a:latin typeface="DejaVu Sans"/>
              </a:rPr>
              <a:t>Same prompts and paired initialization · report pass@8, distinct@8, and distinct@8 − pass@8 · no pooled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74 admissible retention pairs; Falcon Countdown seed59 excluded; discovery exploratory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Retention: 74 / 74 admissible pairs 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Replay raises terminal distinct@8 for every paired seed at every model scale.</a:t>
            </a:r>
          </a:p>
        </p:txBody>
      </p:sp>
      <p:pic>
        <p:nvPicPr>
          <p:cNvPr id="7" name="Picture 6" descr="headline_admissible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56070"/>
            <a:ext cx="11247120" cy="32956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audited core endpoints · 14 five-seed blocks with intervals; Falcon Countdown n=4, raw seeds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honest split: extra support vs. accuracy rescue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Distance above the diagonal is Δdistinct@8 − Δpass@8: verified modes beyond the first success.</a:t>
            </a:r>
          </a:p>
        </p:txBody>
      </p:sp>
      <p:pic>
        <p:nvPicPr>
          <p:cNvPr id="7" name="Picture 6" descr="accuracy_vs_breadth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23777"/>
            <a:ext cx="8083296" cy="40242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14816" y="1572768"/>
            <a:ext cx="2834640" cy="4334256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89136" y="1874519"/>
            <a:ext cx="2304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FE7E2"/>
                </a:solidFill>
                <a:latin typeface="DejaVu Sans"/>
              </a:rPr>
              <a:t>RAW BREADTH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9136" y="2194560"/>
            <a:ext cx="230428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DejaVu Sans"/>
              </a:rPr>
              <a:t>74 / 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2743200"/>
            <a:ext cx="23042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admissible pairs 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136" y="3410712"/>
            <a:ext cx="2304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DD4FA"/>
                </a:solidFill>
                <a:latin typeface="DejaVu Sans"/>
              </a:rPr>
              <a:t>BEYOND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704" y="3749039"/>
            <a:ext cx="23591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DejaVu Sans"/>
              </a:rPr>
              <a:t>Graph · Countdown · Pantry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4279392"/>
            <a:ext cx="2304288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BFE7E2"/>
                </a:solidFill>
                <a:latin typeface="DejaVu Sans"/>
              </a:rPr>
              <a:t>positive domain intervals</a:t>
            </a:r>
            <a:br/>
            <a:r>
              <a:rPr sz="1250" b="0">
                <a:solidFill>
                  <a:srgbClr val="BFE7E2"/>
                </a:solidFill>
                <a:latin typeface="DejaVu Sans"/>
              </a:rPr>
              <a:t>at both Qwen 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5010912"/>
            <a:ext cx="2359152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5D2CE"/>
                </a:solidFill>
                <a:latin typeface="DejaVu Sans"/>
              </a:rPr>
              <a:t>Python adjusted effects are unresolved; MathIR gains are small and scale-dependent.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Interpretation: replay reliably retains raw modes; independent excess breadth is domain-dependent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Discovery adds breadth beyond replay—unevenly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Verified-support Semantic-MaxEnt + replay versus replay alone; correctness-adjusted breadth after eight passes.</a:t>
            </a:r>
          </a:p>
        </p:txBody>
      </p:sp>
      <p:pic>
        <p:nvPicPr>
          <p:cNvPr id="7" name="Picture 6" descr="verified_support_discovery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5795"/>
            <a:ext cx="8101583" cy="28579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59952" y="1517904"/>
            <a:ext cx="2889504" cy="4498848"/>
          </a:xfrm>
          <a:prstGeom prst="roundRect">
            <a:avLst/>
          </a:prstGeom>
          <a:solidFill>
            <a:srgbClr val="DD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1819656"/>
            <a:ext cx="23408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D4AE5"/>
                </a:solidFill>
                <a:latin typeface="DejaVu Sans"/>
              </a:rPr>
              <a:t>EXPLORATORY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2112264"/>
            <a:ext cx="234086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5263D"/>
                </a:solidFill>
                <a:latin typeface="DejaVu Sans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4272" y="2660904"/>
            <a:ext cx="234086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5263D"/>
                </a:solidFill>
                <a:latin typeface="DejaVu Sans"/>
              </a:rPr>
              <a:t>matched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7696" y="3182112"/>
            <a:ext cx="2423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17083"/>
                </a:solidFill>
                <a:latin typeface="DejaVu Sans"/>
              </a:rPr>
              <a:t>Mean Δ adjusted breadth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3493008"/>
            <a:ext cx="2340864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D4AE5"/>
                </a:solidFill>
                <a:latin typeface="DejaVu Sans"/>
              </a:rPr>
              <a:t>Qwen 0.5B   +0.300</a:t>
            </a:r>
            <a:br/>
            <a:r>
              <a:rPr sz="1700" b="1">
                <a:solidFill>
                  <a:srgbClr val="6D4AE5"/>
                </a:solidFill>
                <a:latin typeface="DejaVu Sans"/>
              </a:rPr>
              <a:t>Falcon 1B     +0.217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4398264"/>
            <a:ext cx="234086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5263D"/>
                </a:solidFill>
                <a:latin typeface="DejaVu Sans"/>
              </a:rPr>
              <a:t>11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4773168"/>
            <a:ext cx="2340864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5263D"/>
                </a:solidFill>
                <a:latin typeface="DejaVu Sans"/>
              </a:rPr>
              <a:t>cells complete proposal →</a:t>
            </a:r>
            <a:br/>
            <a:r>
              <a:rPr sz="1250" b="0">
                <a:solidFill>
                  <a:srgbClr val="15263D"/>
                </a:solidFill>
                <a:latin typeface="DejaVu Sans"/>
              </a:rPr>
              <a:t>pressure → replay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5449824"/>
            <a:ext cx="243230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E25B55"/>
                </a:solidFill>
                <a:latin typeface="DejaVu Sans"/>
              </a:rPr>
              <a:t>Bundled contrast · Qwen3B not analyzed · most domain intervals cross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49 integrity-valid smaller-model pairs; Falcon Countdown n=4, all other cells n=5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Three takeaways—and the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The narrow version of the claim is the memorable—and defensible—version.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26464"/>
            <a:ext cx="3456432" cy="3401568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19072"/>
            <a:ext cx="5669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8766E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746504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8766E"/>
                </a:solidFill>
                <a:latin typeface="DejaVu Sans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77440"/>
            <a:ext cx="2926080" cy="1700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Executable keys reveal support collapse that binary correctness and token entropy miss.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426464"/>
            <a:ext cx="3456432" cy="3401568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19072"/>
            <a:ext cx="5669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63D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746504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2926080" cy="1700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Uniform verified replay raises raw breadth in 74 / 74 admissible pairs; excess breadth is domain-dependent.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426464"/>
            <a:ext cx="3456432" cy="3401568"/>
          </a:xfrm>
          <a:prstGeom prst="roundRect">
            <a:avLst/>
          </a:prstGeom>
          <a:solidFill>
            <a:srgbClr val="DD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719072"/>
            <a:ext cx="5669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4AE5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1746504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D4AE5"/>
                </a:solidFill>
                <a:latin typeface="DejaVu Sans"/>
              </a:rP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377440"/>
            <a:ext cx="2926080" cy="1700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Verified-support pressure adds positive mean adjusted breadth at two scales in an exploratory 49-endpoint bundle.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5129784"/>
            <a:ext cx="10808208" cy="1024128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340096"/>
            <a:ext cx="10287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30" b="1">
                <a:solidFill>
                  <a:srgbClr val="BFE7E2"/>
                </a:solidFill>
                <a:latin typeface="DejaVu Sans"/>
              </a:rPr>
              <a:t>CLAIM  </a:t>
            </a:r>
            <a:r>
              <a:rPr sz="1430" b="1">
                <a:solidFill>
                  <a:srgbClr val="FFFFFF"/>
                </a:solidFill>
                <a:latin typeface="DejaVu Sans"/>
              </a:rPr>
              <a:t>Executed mode identity exposes hidden collapse; verified replay retains discovered modes.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742432"/>
            <a:ext cx="102229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5D2CE"/>
                </a:solidFill>
                <a:latin typeface="DejaVu Sans"/>
              </a:rPr>
              <a:t>BOUNDARY  No automatic utility · replay cannot recover unseen modes · synthetic exact-mode tasks · discovery is bundled and exploratory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Stop here for the core talk · the remaining slides are backup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BACKUP · DIRECT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Only replay is uniform; alternatives are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Complete smaller-model correctness-adjusted breadth effects against matched Dr.GRPO.</a:t>
            </a:r>
          </a:p>
        </p:txBody>
      </p:sp>
      <p:pic>
        <p:nvPicPr>
          <p:cNvPr id="7" name="Picture 6" descr="direct_comparato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31386"/>
            <a:ext cx="11228832" cy="2690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GRPO, UCPO, and RLEP-Dr are heterogeneous; Falcon Python RLEP-Dr is n=2 and omitted from the n=5 heatmap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BACKUP ·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Where excess breadth appears, it persists through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Qwen2.5-0.5B normalized trajectory AUC; five paired seeds per domain.</a:t>
            </a:r>
          </a:p>
        </p:txBody>
      </p:sp>
      <p:pic>
        <p:nvPicPr>
          <p:cNvPr id="7" name="Picture 6" descr="sustained_auc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198210"/>
            <a:ext cx="11210544" cy="32113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Graph, Countdown, and Pantry adjusted-breadth AUC intervals exclude zero; Python and MathIR track accuracy rescue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BACKUP · MECHANISM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retention mechanism is small and measurable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Prompt-local banks are continuously revisited; they are not a giant offline replay corpus.</a:t>
            </a:r>
          </a:p>
        </p:txBody>
      </p:sp>
      <p:pic>
        <p:nvPicPr>
          <p:cNvPr id="7" name="Picture 6" descr="replay_mechanism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96535"/>
            <a:ext cx="11247120" cy="3023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Qwen2.5-0.5B telemetry · 25 replay + 25 exact-zero control logs · timing is descriptive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UPDATED RESULTS · SEPTEMBER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Replay also improves MaxRL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All five domains at Qwen-0.5B and Falcon-1B; the Qwen-3B Python factorial is also complete.</a:t>
            </a:r>
          </a:p>
        </p:txBody>
      </p:sp>
      <p:pic>
        <p:nvPicPr>
          <p:cNvPr id="7" name="Picture 6" descr="e118_all_scale_factorial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58035"/>
            <a:ext cx="11064240" cy="40174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Cross-domain tracks are descriptive · Qwen3B main track is Dr.GRPO/replay only · exact incomplete MaxRL coverage in the appendix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UPDATED RESULTS · SEPTEMBER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Level 2 now has three complete domain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Graph, Python and MathIR are complete; Countdown and Pantry remain partial.</a:t>
            </a:r>
          </a:p>
        </p:txBody>
      </p:sp>
      <p:pic>
        <p:nvPicPr>
          <p:cNvPr id="7" name="Picture 6" descr="modebench_level_ad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6190"/>
            <a:ext cx="11064240" cy="30284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422392"/>
            <a:ext cx="10634472" cy="658368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5550408"/>
            <a:ext cx="1022299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5263D"/>
                </a:solidFill>
                <a:latin typeface="DejaVu Sans"/>
              </a:rPr>
              <a:t>New Python/MathIR pass@8 and distinct@8 intervals include zero. The five-domain comparison remains descriptive and interim.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Latest admitted endpoints and exact paired denominators: latest_results_20260908.json; descriptive domain average, no imputation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Eight Samples Become Eight Copies</dc:title>
  <dc:subject>A story-first presentation of verified mode support in RLVR</dc:subject>
  <dc:creator>Anonymous Authors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